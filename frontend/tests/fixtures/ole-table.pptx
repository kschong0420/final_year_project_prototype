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Table slide</a:t>
            </a:r>
          </a:p>
        </p:txBody>
      </p:sp>
      <p:graphicFrame>
        <p:nvGraphicFramePr>
          <p:cNvPr id="3" name="Object 2"/>
          <p:cNvGraphicFramePr>
            <a:graphicFrameLocks noGrp="1"/>
          </p:cNvGraphicFramePr>
          <p:nvPr/>
        </p:nvGraphicFramePr>
        <p:xfrm>
          <a:off x="1828800" y="914400"/>
          <a:ext cx="3657600" cy="1828800"/>
        </p:xfrm>
        <a:graphic>
          <a:graphicData uri="http://schemas.openxmlformats.org/presentationml/2006/ole">
            <p:oleObj showAsIcon="1" r:id="rId2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828800" y="914400"/>
                    <a:ext cx="36576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